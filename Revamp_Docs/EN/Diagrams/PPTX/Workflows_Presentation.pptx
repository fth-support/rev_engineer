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Workflows (EN)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Automatically generated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01_ER_Diagram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ER Diagram for ServiceTransfer System</a:t>
            </a:r>
            <a:br/>
            <a:r>
              <a:t>skinparam linetype ortho</a:t>
            </a:r>
            <a:br/>
            <a:br/>
            <a:r>
              <a:t>entity "TPSTSalHD" as SalHD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--</a:t>
            </a:r>
            <a:br/>
            <a:r>
              <a:t>  FTShdTransType : varchar</a:t>
            </a:r>
            <a:br/>
            <a:r>
              <a:t>  FTShdStaDoc : varchar</a:t>
            </a:r>
            <a:br/>
            <a:r>
              <a:t>  FTShdStaPrcGL : varchar</a:t>
            </a:r>
            <a:br/>
            <a:r>
              <a:t>}</a:t>
            </a:r>
            <a:br/>
            <a:br/>
            <a:r>
              <a:t>entity "TPSTSalDT" as SalDT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FNSdtSeqNo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"TPSTSalRC" as SalRC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FNSrcSeqNo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"TPSTSalCD" as SalCD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FNScdSeqNo : numeric</a:t>
            </a:r>
            <a:br/>
            <a:r>
              <a:t>  * FNSdtSeqNo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"TPSTSalePoint" as SalePoint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FTSpoMemID : varchar</a:t>
            </a:r>
            <a:br/>
            <a:r>
              <a:t>  --</a:t>
            </a:r>
            <a:br/>
            <a:r>
              <a:t>  FCSpoPoint : numeric</a:t>
            </a:r>
            <a:br/>
            <a:r>
              <a:t>  FTStaSentOnOff : varchar</a:t>
            </a:r>
            <a:br/>
            <a:r>
              <a:t>  FTRemark : var...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02_Sequence_Diagram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Sequence Diagram for ServiceTransfer System</a:t>
            </a:r>
            <a:br/>
            <a:r>
              <a:t>skinparam maxMessageSize 150</a:t>
            </a:r>
            <a:br/>
            <a:br/>
            <a:r>
              <a:t>actor "POS Local Timer\n(otmForm_Timer)" as Timer</a:t>
            </a:r>
            <a:br/>
            <a:r>
              <a:t>participant "wMain.frm" as Form</a:t>
            </a:r>
            <a:br/>
            <a:r>
              <a:t>participant "mMain.bas" as CoreModule</a:t>
            </a:r>
            <a:br/>
            <a:r>
              <a:t>database "Local DB\n(TPSTSalHD, TPSTSalDT...)" as LocalDB</a:t>
            </a:r>
            <a:br/>
            <a:r>
              <a:t>database "Server DB\n(Central Server)" as ServerDB</a:t>
            </a:r>
            <a:br/>
            <a:br/>
            <a:r>
              <a:t>== Workflow 1: Data Synchronization (Local to Server) ==</a:t>
            </a:r>
            <a:br/>
            <a:r>
              <a:t>Timer -&gt; Form : Trigger Tick Event</a:t>
            </a:r>
            <a:br/>
            <a:r>
              <a:t>activate Form</a:t>
            </a:r>
            <a:br/>
            <a:r>
              <a:t>Form -&gt; CoreModule : SP_CHKbWebservice()</a:t>
            </a:r>
            <a:br/>
            <a:r>
              <a:t>activate CoreModule</a:t>
            </a:r>
            <a:br/>
            <a:r>
              <a:t>CoreModule --&gt; Form : isOnline</a:t>
            </a:r>
            <a:br/>
            <a:r>
              <a:t>deactivate CoreModule</a:t>
            </a:r>
            <a:br/>
            <a:br/>
            <a:r>
              <a:t>alt isOnline == True</a:t>
            </a:r>
            <a:br/>
            <a:r>
              <a:t>    Form -&gt; LocalDB : SELECT Transactions (FTStaSentOnOff = '0')</a:t>
            </a:r>
            <a:br/>
            <a:r>
              <a:t>    activate LocalDB</a:t>
            </a:r>
            <a:br/>
            <a:r>
              <a:t>    LocalDB --&gt; Form : Transactions Data</a:t>
            </a:r>
            <a:br/>
            <a:r>
              <a:t>    deactivate LocalDB</a:t>
            </a:r>
            <a:br/>
            <a:r>
              <a:t>    </a:t>
            </a:r>
            <a:br/>
            <a:r>
              <a:t>    loop For each Transaction Table (HD, DT, RC, CD, Deposit)</a:t>
            </a:r>
            <a:br/>
            <a:r>
              <a:t>        Form -&gt; ServerDB : INSERT / UPDATE Transaction Data</a:t>
            </a:r>
            <a:br/>
            <a:r>
              <a:t>        activate ServerDB</a:t>
            </a:r>
            <a:br/>
            <a:r>
              <a:t>        ServerDB --&gt; Form : Success</a:t>
            </a:r>
            <a:br/>
            <a:r>
              <a:t>        deactivate ServerDB</a:t>
            </a:r>
            <a:br/>
            <a:r>
              <a:t>        </a:t>
            </a:r>
            <a:br/>
            <a:r>
              <a:t>        Form -&gt; LocalDB : UPDATE FTStaSentOnOff = '1'</a:t>
            </a:r>
            <a:br/>
            <a:r>
              <a:t>    end</a:t>
            </a:r>
            <a:br/>
            <a:r>
              <a:t>end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03_UseCase_Diagram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Use Case Diagram for ServiceTransfer System</a:t>
            </a:r>
            <a:br/>
            <a:r>
              <a:t>left to right direction</a:t>
            </a:r>
            <a:br/>
            <a:r>
              <a:t>skinparam packageStyle rectangle</a:t>
            </a:r>
            <a:br/>
            <a:br/>
            <a:r>
              <a:t>actor "POS Terminal (Local)" as POS</a:t>
            </a:r>
            <a:br/>
            <a:r>
              <a:t>actor "ServiceTransfer System" as SyncAgent</a:t>
            </a:r>
            <a:br/>
            <a:r>
              <a:t>actor "Central Server" as Server</a:t>
            </a:r>
            <a:br/>
            <a:br/>
            <a:r>
              <a:t>rectangle "ServiceTransfer Core" {</a:t>
            </a:r>
            <a:br/>
            <a:r>
              <a:t>  usecase "Check Server Connection" as UC_CheckConn</a:t>
            </a:r>
            <a:br/>
            <a:r>
              <a:t>  usecase "Sync Transaction Data\n(HD, DT, RC, CD)" as UC_SyncData</a:t>
            </a:r>
            <a:br/>
            <a:r>
              <a:t>  usecase "Update Member Points" as UC_SyncPoints</a:t>
            </a:r>
            <a:br/>
            <a:r>
              <a:t>  usecase "Tokenize Sensitive Data" as UC_Tokenize</a:t>
            </a:r>
            <a:br/>
            <a:r>
              <a:t>  usecase "Mark Data as Synced" as UC_MarkSync</a:t>
            </a:r>
            <a:br/>
            <a:r>
              <a:t>}</a:t>
            </a:r>
            <a:br/>
            <a:br/>
            <a:r>
              <a:t>POS --&gt; UC_SyncData : Generates offline transactions</a:t>
            </a:r>
            <a:br/>
            <a:r>
              <a:t>POS --&gt; UC_SyncPoints : Accumulates member points</a:t>
            </a:r>
            <a:br/>
            <a:br/>
            <a:r>
              <a:t>SyncAgent --&gt; UC_CheckConn</a:t>
            </a:r>
            <a:br/>
            <a:r>
              <a:t>SyncAgent --&gt; UC_SyncData</a:t>
            </a:r>
            <a:br/>
            <a:r>
              <a:t>SyncAgent --&gt; UC_SyncPoints</a:t>
            </a:r>
            <a:br/>
            <a:r>
              <a:t>SyncAgent --&gt; UC_Tokenize</a:t>
            </a:r>
            <a:br/>
            <a:r>
              <a:t>SyncAgent --&gt; UC_MarkSync</a:t>
            </a:r>
            <a:br/>
            <a:br/>
            <a:r>
              <a:t>UC_SyncData ..&gt; UC_Tokenize : &lt;&lt;includes&gt;&gt; (if sensitive data exists)</a:t>
            </a:r>
            <a:br/>
            <a:r>
              <a:t>UC_SyncData ..&gt; UC_MarkSync : &lt;&lt;includes&gt;&gt; (on success)</a:t>
            </a:r>
            <a:br/>
            <a:br/>
            <a:r>
              <a:t>UC_CheckConn --&gt; Server : Pings / Connects</a:t>
            </a:r>
            <a:br/>
            <a:r>
              <a:t>UC_SyncData --&gt; Server : Inserts/Updates Data</a:t>
            </a:r>
            <a:br/>
            <a:r>
              <a:t>UC_SyncPoints...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