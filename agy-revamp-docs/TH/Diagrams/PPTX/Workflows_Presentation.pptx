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System Workflows (TH)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Automatically generated workflows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01_ER_Diagram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Diagram Source (PlantUML):</a:t>
            </a:r>
          </a:p>
          <a:p>
            <a:pPr>
              <a:defRPr sz="1000"/>
            </a:pPr>
            <a:r>
              <a:t>@startuml</a:t>
            </a:r>
            <a:br/>
            <a:r>
              <a:t>' ER Diagram สำหรับระบบ ServiceTransfer</a:t>
            </a:r>
            <a:br/>
            <a:r>
              <a:t>skinparam linetype ortho</a:t>
            </a:r>
            <a:br/>
            <a:br/>
            <a:r>
              <a:t>entity "TPSTSalHD" as SalHD {</a:t>
            </a:r>
            <a:br/>
            <a:r>
              <a:t>  * FTTmnNum : varchar</a:t>
            </a:r>
            <a:br/>
            <a:r>
              <a:t>  * FTShdTransNo : varchar</a:t>
            </a:r>
            <a:br/>
            <a:r>
              <a:t>  * FDShdTransDate : date</a:t>
            </a:r>
            <a:br/>
            <a:r>
              <a:t>  --</a:t>
            </a:r>
            <a:br/>
            <a:r>
              <a:t>  FTShdTransType : varchar</a:t>
            </a:r>
            <a:br/>
            <a:r>
              <a:t>  FTShdStaDoc : varchar</a:t>
            </a:r>
            <a:br/>
            <a:r>
              <a:t>  FTShdStaPrcGL : varchar</a:t>
            </a:r>
            <a:br/>
            <a:r>
              <a:t>}</a:t>
            </a:r>
            <a:br/>
            <a:br/>
            <a:r>
              <a:t>entity "TPSTSalDT" as SalDT {</a:t>
            </a:r>
            <a:br/>
            <a:r>
              <a:t>  * FTTmnNum : varchar</a:t>
            </a:r>
            <a:br/>
            <a:r>
              <a:t>  * FTShdTransNo : varchar</a:t>
            </a:r>
            <a:br/>
            <a:r>
              <a:t>  * FDShdTransDate : date</a:t>
            </a:r>
            <a:br/>
            <a:r>
              <a:t>  * FNSdtSeqNo : numeric</a:t>
            </a:r>
            <a:br/>
            <a:r>
              <a:t>  --</a:t>
            </a:r>
            <a:br/>
            <a:r>
              <a:t>  FTStaSentOnOff : varchar</a:t>
            </a:r>
            <a:br/>
            <a:r>
              <a:t>}</a:t>
            </a:r>
            <a:br/>
            <a:br/>
            <a:r>
              <a:t>entity "TPSTSalRC" as SalRC {</a:t>
            </a:r>
            <a:br/>
            <a:r>
              <a:t>  * FTTmnNum : varchar</a:t>
            </a:r>
            <a:br/>
            <a:r>
              <a:t>  * FTShdTransNo : varchar</a:t>
            </a:r>
            <a:br/>
            <a:r>
              <a:t>  * FDShdTransDate : date</a:t>
            </a:r>
            <a:br/>
            <a:r>
              <a:t>  * FNSrcSeqNo : numeric</a:t>
            </a:r>
            <a:br/>
            <a:r>
              <a:t>  --</a:t>
            </a:r>
            <a:br/>
            <a:r>
              <a:t>  FTStaSentOnOff : varchar</a:t>
            </a:r>
            <a:br/>
            <a:r>
              <a:t>}</a:t>
            </a:r>
            <a:br/>
            <a:br/>
            <a:r>
              <a:t>entity "TPSTSalCD" as SalCD {</a:t>
            </a:r>
            <a:br/>
            <a:r>
              <a:t>  * FTTmnNum : varchar</a:t>
            </a:r>
            <a:br/>
            <a:r>
              <a:t>  * FTShdTransNo : varchar</a:t>
            </a:r>
            <a:br/>
            <a:r>
              <a:t>  * FDShdTransDate : date</a:t>
            </a:r>
            <a:br/>
            <a:r>
              <a:t>  * FNScdSeqNo : numeric</a:t>
            </a:r>
            <a:br/>
            <a:r>
              <a:t>  * FNSdtSeqNo : numeric</a:t>
            </a:r>
            <a:br/>
            <a:r>
              <a:t>  --</a:t>
            </a:r>
            <a:br/>
            <a:r>
              <a:t>  FTStaSentOnOff : varchar</a:t>
            </a:r>
            <a:br/>
            <a:r>
              <a:t>}</a:t>
            </a:r>
            <a:br/>
            <a:br/>
            <a:r>
              <a:t>entity "TPSTSalePoint" as SalePoint {</a:t>
            </a:r>
            <a:br/>
            <a:r>
              <a:t>  * FTTmnNum : varchar</a:t>
            </a:r>
            <a:br/>
            <a:r>
              <a:t>  * FTShdTransNo : varchar</a:t>
            </a:r>
            <a:br/>
            <a:r>
              <a:t>  * FDShdTransDate : date</a:t>
            </a:r>
            <a:br/>
            <a:r>
              <a:t>  * FTSpoMemID : varchar</a:t>
            </a:r>
            <a:br/>
            <a:r>
              <a:t>  --</a:t>
            </a:r>
            <a:br/>
            <a:r>
              <a:t>  FCSpoPoint : numeric</a:t>
            </a:r>
            <a:br/>
            <a:r>
              <a:t>  FTStaSentOnOff : varchar</a:t>
            </a:r>
            <a:br/>
            <a:r>
              <a:t>  FTRemark : var...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02_Sequence_Diagram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Diagram Source (PlantUML):</a:t>
            </a:r>
          </a:p>
          <a:p>
            <a:pPr>
              <a:defRPr sz="1000"/>
            </a:pPr>
            <a:r>
              <a:t>@startuml</a:t>
            </a:r>
            <a:br/>
            <a:r>
              <a:t>' Sequence Diagram สำหรับระบบ ServiceTransfer</a:t>
            </a:r>
            <a:br/>
            <a:r>
              <a:t>skinparam maxMessageSize 150</a:t>
            </a:r>
            <a:br/>
            <a:br/>
            <a:r>
              <a:t>actor "POS Local Timer\n(otmForm_Timer)" as Timer</a:t>
            </a:r>
            <a:br/>
            <a:r>
              <a:t>participant "wMain.frm" as Form</a:t>
            </a:r>
            <a:br/>
            <a:r>
              <a:t>participant "mMain.bas" as CoreModule</a:t>
            </a:r>
            <a:br/>
            <a:r>
              <a:t>database "Local DB\n(TPSTSalHD, TPSTSalDT...)" as LocalDB</a:t>
            </a:r>
            <a:br/>
            <a:r>
              <a:t>database "Server DB\n(Central Server)" as ServerDB</a:t>
            </a:r>
            <a:br/>
            <a:br/>
            <a:r>
              <a:t>== Workflow 1: กระบวนการซิงค์ข้อมูล (Local ส่งไปยัง Server) ==</a:t>
            </a:r>
            <a:br/>
            <a:r>
              <a:t>Timer -&gt; Form : Trigger Tick Event</a:t>
            </a:r>
            <a:br/>
            <a:r>
              <a:t>activate Form</a:t>
            </a:r>
            <a:br/>
            <a:r>
              <a:t>Form -&gt; CoreModule : SP_CHKbWebservice()</a:t>
            </a:r>
            <a:br/>
            <a:r>
              <a:t>activate CoreModule</a:t>
            </a:r>
            <a:br/>
            <a:r>
              <a:t>CoreModule --&gt; Form : isOnline</a:t>
            </a:r>
            <a:br/>
            <a:r>
              <a:t>deactivate CoreModule</a:t>
            </a:r>
            <a:br/>
            <a:br/>
            <a:r>
              <a:t>alt isOnline == True</a:t>
            </a:r>
            <a:br/>
            <a:r>
              <a:t>    Form -&gt; LocalDB : SELECT ข้อมูลธุรกรรม (ที่ FTStaSentOnOff = '0')</a:t>
            </a:r>
            <a:br/>
            <a:r>
              <a:t>    activate LocalDB</a:t>
            </a:r>
            <a:br/>
            <a:r>
              <a:t>    LocalDB --&gt; Form : Transactions Data</a:t>
            </a:r>
            <a:br/>
            <a:r>
              <a:t>    deactivate LocalDB</a:t>
            </a:r>
            <a:br/>
            <a:r>
              <a:t>    </a:t>
            </a:r>
            <a:br/>
            <a:r>
              <a:t>    loop สำหรับแต่ละตารางธุรกรรม (HD, DT, RC, CD, Deposit)</a:t>
            </a:r>
            <a:br/>
            <a:r>
              <a:t>        Form -&gt; ServerDB : INSERT / UPDATE ข้อมูลไปยัง Server</a:t>
            </a:r>
            <a:br/>
            <a:r>
              <a:t>        activate ServerDB</a:t>
            </a:r>
            <a:br/>
            <a:r>
              <a:t>        ServerDB --&gt; Form : Success</a:t>
            </a:r>
            <a:br/>
            <a:r>
              <a:t>        deactivate ServerDB</a:t>
            </a:r>
            <a:br/>
            <a:r>
              <a:t>        </a:t>
            </a:r>
            <a:br/>
            <a:r>
              <a:t>        Form -&gt; LocalDB : UPDATE FTStaSentOnOff = '1' (ซ...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03_UseCase_Diagram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Diagram Source (PlantUML):</a:t>
            </a:r>
          </a:p>
          <a:p>
            <a:pPr>
              <a:defRPr sz="1000"/>
            </a:pPr>
            <a:r>
              <a:t>@startuml</a:t>
            </a:r>
            <a:br/>
            <a:r>
              <a:t>' Use Case Diagram สำหรับระบบ ServiceTransfer</a:t>
            </a:r>
            <a:br/>
            <a:r>
              <a:t>left to right direction</a:t>
            </a:r>
            <a:br/>
            <a:r>
              <a:t>skinparam packageStyle rectangle</a:t>
            </a:r>
            <a:br/>
            <a:br/>
            <a:r>
              <a:t>actor "POS Terminal (เครื่องจุดขาย)" as POS</a:t>
            </a:r>
            <a:br/>
            <a:r>
              <a:t>actor "ServiceTransfer System (บริการซิงค์)" as SyncAgent</a:t>
            </a:r>
            <a:br/>
            <a:r>
              <a:t>actor "Central Server (เซิร์ฟเวอร์กลาง)" as Server</a:t>
            </a:r>
            <a:br/>
            <a:br/>
            <a:r>
              <a:t>rectangle "กระบวนการหลัก ServiceTransfer" {</a:t>
            </a:r>
            <a:br/>
            <a:r>
              <a:t>  usecase "ตรวจสอบการเชื่อมต่อเซิร์ฟเวอร์" as UC_CheckConn</a:t>
            </a:r>
            <a:br/>
            <a:r>
              <a:t>  usecase "ซิงค์ข้อมูลธุรกรรม\n(HD, DT, RC, CD)" as UC_SyncData</a:t>
            </a:r>
            <a:br/>
            <a:r>
              <a:t>  usecase "อัปเดตคะแนนสะสมสมาชิก" as UC_SyncPoints</a:t>
            </a:r>
            <a:br/>
            <a:r>
              <a:t>  usecase "แปลงข้อมูลส่วนบุคคลเป็น Token" as UC_Tokenize</a:t>
            </a:r>
            <a:br/>
            <a:r>
              <a:t>  usecase "ทำเครื่องหมายว่าซิงค์ข้อมูลแล้ว" as UC_MarkSync</a:t>
            </a:r>
            <a:br/>
            <a:r>
              <a:t>}</a:t>
            </a:r>
            <a:br/>
            <a:br/>
            <a:r>
              <a:t>POS --&gt; UC_SyncData : สร้างข้อมูลธุรกรรมตอน Offline</a:t>
            </a:r>
            <a:br/>
            <a:r>
              <a:t>POS --&gt; UC_SyncPoints : สะสมคะแนนให้กับสมาชิก</a:t>
            </a:r>
            <a:br/>
            <a:br/>
            <a:r>
              <a:t>SyncAgent --&gt; UC_CheckConn</a:t>
            </a:r>
            <a:br/>
            <a:r>
              <a:t>SyncAgent --&gt; UC_SyncData</a:t>
            </a:r>
            <a:br/>
            <a:r>
              <a:t>SyncAgent --&gt; UC_SyncPoints</a:t>
            </a:r>
            <a:br/>
            <a:r>
              <a:t>SyncAgent --&gt; UC_Tokenize</a:t>
            </a:r>
            <a:br/>
            <a:r>
              <a:t>SyncAgent --&gt; UC_MarkSync</a:t>
            </a:r>
            <a:br/>
            <a:br/>
            <a:r>
              <a:t>UC_SyncData ..&gt; UC_Tokenize : &lt;&lt;includes&gt;&gt; (ถ้ามีข้อมูลเลขบัตร/บุคคล)</a:t>
            </a:r>
            <a:br/>
            <a:r>
              <a:t>UC_SyncData ..&gt; UC_MarkSync : &lt;&lt;includes&gt;&gt; (เมื่อซิงค์ข้อมูลสำเร็จ)</a:t>
            </a:r>
            <a:br/>
            <a:br/>
            <a:r>
              <a:t>UC_CheckConn --&gt; Server...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